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102C57"/>
                </a:solidFill>
                <a:latin typeface="Arial"/>
              </a:defRPr>
            </a:pPr>
            <a:r>
              <a:t>ChurnGuard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Sistema Inteligente de Previsão de Churn Baseado em LTV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Apresentação Executiva do Projeto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Desenvolvido por: [Seu Nome]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E74C3C"/>
                </a:solidFill>
                <a:latin typeface="Arial"/>
              </a:defRPr>
            </a:pPr>
            <a:r>
              <a:t>1. A Maior Dor das Empresas Atuais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O Custo de Aquisição de Clientes (CAC) é até 7x maior do que o custo de retenção.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Empresas SaaS e E-commerces perdem receita de forma silenciosa sem previsibilidade.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Abordagens tradicionais reagem tarde: agem apenas após o cancelamento do contrato.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Solução: Antecipar o comportamento de risco para blindar o faturamento mensal (MRR).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02C57"/>
                </a:solidFill>
                <a:latin typeface="Arial"/>
              </a:defRPr>
            </a:pPr>
            <a:r>
              <a:t>2. Arquitetura de Produção Multidisciplinar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Engenharia de Dados: Ingestão automatizada separada em camadas (Raw, Processed, Gold).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Ciência de Dados: Algoritmo Random Forest com 94.00% de acurácia de predição.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Desenvolvimento: API assíncrona robusta em FastAPI e validação com Pydantic.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Análise de Dados: Dashboard interativo em Streamlit focado em KPIs de ROI.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Infraestrutura: Toda a aplicação empacotada em Docker Containers.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102C57"/>
                </a:solidFill>
                <a:latin typeface="Arial"/>
              </a:defRPr>
            </a:pPr>
            <a:r>
              <a:t>3. Impacto e Métricas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Visibilidade Financeira: Tradução de métricas técnicas em MRR Crítico em Risco.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Ação Imediata: Geração de listas automatizadas de prioridade para Customer Success.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IA Explicável: Modelagem baseada na probabilidade exata de evasão de cada cliente.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Decisão Estratégica: Painel unificado para tomadas de decisão de Diretores e CFOs.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